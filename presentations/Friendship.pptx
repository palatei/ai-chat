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15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745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9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TALK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1945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Friendship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8C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who make ordinary days easier to carry.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 ·  10 slides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4533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474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5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A211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we will cover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4173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friendship is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85800" y="1892808"/>
            <a:ext cx="10607040" cy="13716"/>
          </a:xfrm>
          <a:prstGeom prst="rect">
            <a:avLst/>
          </a:prstGeom>
          <a:solidFill>
            <a:srgbClr val="D8CFC3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0574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54480" y="20574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85800" y="2532888"/>
            <a:ext cx="10607040" cy="13716"/>
          </a:xfrm>
          <a:prstGeom prst="rect">
            <a:avLst/>
          </a:prstGeom>
          <a:solidFill>
            <a:srgbClr val="D8CFC3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6974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54480" y="26974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Qualities of a good friend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85800" y="3172968"/>
            <a:ext cx="10607040" cy="13716"/>
          </a:xfrm>
          <a:prstGeom prst="rect">
            <a:avLst/>
          </a:prstGeom>
          <a:solidFill>
            <a:srgbClr val="D8CFC3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33756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54480" y="33375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kinds of friends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85800" y="3813048"/>
            <a:ext cx="10607040" cy="13716"/>
          </a:xfrm>
          <a:prstGeom prst="rect">
            <a:avLst/>
          </a:prstGeom>
          <a:solidFill>
            <a:srgbClr val="D8CFC3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9776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54480" y="39776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friendship grows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85800" y="4453128"/>
            <a:ext cx="10607040" cy="13716"/>
          </a:xfrm>
          <a:prstGeom prst="rect">
            <a:avLst/>
          </a:prstGeom>
          <a:solidFill>
            <a:srgbClr val="D8CFC3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6177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54480" y="46177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worth keeping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85800" y="5093208"/>
            <a:ext cx="10607040" cy="13716"/>
          </a:xfrm>
          <a:prstGeom prst="rect">
            <a:avLst/>
          </a:prstGeom>
          <a:solidFill>
            <a:srgbClr val="D8CFC3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52578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554480" y="52578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habits you can start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685800" y="5733288"/>
            <a:ext cx="10607040" cy="13716"/>
          </a:xfrm>
          <a:prstGeom prst="rect">
            <a:avLst/>
          </a:prstGeom>
          <a:solidFill>
            <a:srgbClr val="D8CFC3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65105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1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FRIENDSHIP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241280" y="651052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51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/  10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4533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474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5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A211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is friendship?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10972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C51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Friendship is a chosen bond. It is not assigned like family, and it does not have to be the center of the story like romance. It is the decision to keep showing up.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3520440" cy="2880360"/>
          </a:xfrm>
          <a:prstGeom prst="roundRect">
            <a:avLst>
              <a:gd name="adj" fmla="val 2540"/>
            </a:avLst>
          </a:prstGeom>
          <a:solidFill>
            <a:srgbClr val="FFFBF6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743200"/>
            <a:ext cx="3520440" cy="73152"/>
          </a:xfrm>
          <a:prstGeom prst="rect">
            <a:avLst/>
          </a:prstGeom>
          <a:solidFill>
            <a:srgbClr val="B45332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3017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96112" y="361188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C51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pick our friends, and they pick us back.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389120" y="2743200"/>
            <a:ext cx="3520440" cy="2880360"/>
          </a:xfrm>
          <a:prstGeom prst="roundRect">
            <a:avLst>
              <a:gd name="adj" fmla="val 2540"/>
            </a:avLst>
          </a:prstGeom>
          <a:solidFill>
            <a:srgbClr val="FFFBF6"/>
          </a:solidFill>
          <a:ln/>
        </p:spPr>
      </p:sp>
      <p:sp>
        <p:nvSpPr>
          <p:cNvPr id="12" name="Shape 10"/>
          <p:cNvSpPr/>
          <p:nvPr/>
        </p:nvSpPr>
        <p:spPr>
          <a:xfrm>
            <a:off x="4389120" y="2743200"/>
            <a:ext cx="3520440" cy="73152"/>
          </a:xfrm>
          <a:prstGeom prst="rect">
            <a:avLst/>
          </a:prstGeom>
          <a:solidFill>
            <a:srgbClr val="C9A15B"/>
          </a:solidFill>
          <a:ln/>
        </p:spPr>
      </p:sp>
      <p:sp>
        <p:nvSpPr>
          <p:cNvPr id="13" name="Text 11"/>
          <p:cNvSpPr/>
          <p:nvPr/>
        </p:nvSpPr>
        <p:spPr>
          <a:xfrm>
            <a:off x="4645152" y="3017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45152" y="361188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C51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people give time, honesty, and care.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138160" y="2743200"/>
            <a:ext cx="3520440" cy="2880360"/>
          </a:xfrm>
          <a:prstGeom prst="roundRect">
            <a:avLst>
              <a:gd name="adj" fmla="val 2540"/>
            </a:avLst>
          </a:prstGeom>
          <a:solidFill>
            <a:srgbClr val="FFFBF6"/>
          </a:solidFill>
          <a:ln/>
        </p:spPr>
      </p:sp>
      <p:sp>
        <p:nvSpPr>
          <p:cNvPr id="16" name="Shape 14"/>
          <p:cNvSpPr/>
          <p:nvPr/>
        </p:nvSpPr>
        <p:spPr>
          <a:xfrm>
            <a:off x="8138160" y="2743200"/>
            <a:ext cx="3520440" cy="73152"/>
          </a:xfrm>
          <a:prstGeom prst="rect">
            <a:avLst/>
          </a:prstGeom>
          <a:solidFill>
            <a:srgbClr val="B45332"/>
          </a:solidFill>
          <a:ln/>
        </p:spPr>
      </p:sp>
      <p:sp>
        <p:nvSpPr>
          <p:cNvPr id="17" name="Text 15"/>
          <p:cNvSpPr/>
          <p:nvPr/>
        </p:nvSpPr>
        <p:spPr>
          <a:xfrm>
            <a:off x="8394192" y="3017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394192" y="361188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C51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lives in walks, messages, and shared silence.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02920" y="65105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1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FRIENDSHIP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241280" y="651052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51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/  10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4533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474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5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A211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life is lighter with witnesses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10881360" cy="960120"/>
          </a:xfrm>
          <a:prstGeom prst="roundRect">
            <a:avLst>
              <a:gd name="adj" fmla="val 5714"/>
            </a:avLst>
          </a:prstGeom>
          <a:solidFill>
            <a:srgbClr val="FFFBF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71907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108960" y="16642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friendships are linked with lower stress and a longer, healthier life.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2560320"/>
            <a:ext cx="10881360" cy="960120"/>
          </a:xfrm>
          <a:prstGeom prst="roundRect">
            <a:avLst>
              <a:gd name="adj" fmla="val 5714"/>
            </a:avLst>
          </a:prstGeom>
          <a:solidFill>
            <a:srgbClr val="FFFBF6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81635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Belonging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108960" y="2761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Friends give us a place to be unfinished without losing respect.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0080" y="3657600"/>
            <a:ext cx="10881360" cy="960120"/>
          </a:xfrm>
          <a:prstGeom prst="roundRect">
            <a:avLst>
              <a:gd name="adj" fmla="val 5714"/>
            </a:avLst>
          </a:prstGeom>
          <a:solidFill>
            <a:srgbClr val="FFFBF6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91363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Courage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108960" y="385876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who believes in us makes hard choices easier to try.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" y="4754880"/>
            <a:ext cx="10881360" cy="960120"/>
          </a:xfrm>
          <a:prstGeom prst="roundRect">
            <a:avLst>
              <a:gd name="adj" fmla="val 5714"/>
            </a:avLst>
          </a:prstGeom>
          <a:solidFill>
            <a:srgbClr val="FFFBF6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501091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108960" y="495604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news needs a person who will be glad without competing.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02920" y="65105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1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FRIENDSHIP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241280" y="651052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51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/  10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4533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474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5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QUALITIES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A211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a good friend does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BF6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70992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203911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96112" y="25146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1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what you said in confidence.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89120" y="15087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BF6"/>
          </a:solidFill>
          <a:ln/>
        </p:spPr>
      </p:sp>
      <p:sp>
        <p:nvSpPr>
          <p:cNvPr id="11" name="Text 9"/>
          <p:cNvSpPr/>
          <p:nvPr/>
        </p:nvSpPr>
        <p:spPr>
          <a:xfrm>
            <a:off x="4645152" y="170992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45152" y="203911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45152" y="25146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1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the kind truth, not empty praise.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38160" y="15087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BF6"/>
          </a:solidFill>
          <a:ln/>
        </p:spPr>
      </p:sp>
      <p:sp>
        <p:nvSpPr>
          <p:cNvPr id="15" name="Text 13"/>
          <p:cNvSpPr/>
          <p:nvPr/>
        </p:nvSpPr>
        <p:spPr>
          <a:xfrm>
            <a:off x="8394192" y="170992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94192" y="203911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394192" y="25146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1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when the season is inconvenient.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" y="37033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BF6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390448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96112" y="423367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96112" y="47091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1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try to own your time or choices.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389120" y="37033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BF6"/>
          </a:solidFill>
          <a:ln/>
        </p:spPr>
      </p:sp>
      <p:sp>
        <p:nvSpPr>
          <p:cNvPr id="23" name="Text 21"/>
          <p:cNvSpPr/>
          <p:nvPr/>
        </p:nvSpPr>
        <p:spPr>
          <a:xfrm>
            <a:off x="4645152" y="390448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45152" y="423367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Humor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645152" y="47091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1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the hard day shorter.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138160" y="37033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BF6"/>
          </a:solidFill>
          <a:ln/>
        </p:spPr>
      </p:sp>
      <p:sp>
        <p:nvSpPr>
          <p:cNvPr id="27" name="Text 25"/>
          <p:cNvSpPr/>
          <p:nvPr/>
        </p:nvSpPr>
        <p:spPr>
          <a:xfrm>
            <a:off x="8394192" y="390448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394192" y="423367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8394192" y="47091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1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Comes back after a mistake and talks.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02920" y="65105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1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FRIENDSHIP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241280" y="651052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51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/  10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4533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474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5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A211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Friends wear different weather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1581912"/>
            <a:ext cx="164592" cy="164592"/>
          </a:xfrm>
          <a:prstGeom prst="ellipse">
            <a:avLst/>
          </a:prstGeom>
          <a:solidFill>
            <a:srgbClr val="B45332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417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friend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297680" y="14173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1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childhood or school. You can start mid-sentence after months apart.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2331720"/>
            <a:ext cx="164592" cy="164592"/>
          </a:xfrm>
          <a:prstGeom prst="ellipse">
            <a:avLst/>
          </a:prstGeom>
          <a:solidFill>
            <a:srgbClr val="4F6F57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16712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everyday friend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297680" y="2167128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1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Work, class, or the same street. They know your Tuesday face.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3081528"/>
            <a:ext cx="164592" cy="164592"/>
          </a:xfrm>
          <a:prstGeom prst="ellipse">
            <a:avLst/>
          </a:prstGeom>
          <a:solidFill>
            <a:srgbClr val="B45332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2916936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friend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297680" y="2916936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1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mirror. They tell you when you are being small.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" y="3831336"/>
            <a:ext cx="164592" cy="164592"/>
          </a:xfrm>
          <a:prstGeom prst="ellipse">
            <a:avLst/>
          </a:prstGeom>
          <a:solidFill>
            <a:srgbClr val="4F6F57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3666744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joyful friend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297680" y="3666744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1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 dull evening into a story you will retell.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85800" y="4581144"/>
            <a:ext cx="164592" cy="164592"/>
          </a:xfrm>
          <a:prstGeom prst="ellipse">
            <a:avLst/>
          </a:prstGeom>
          <a:solidFill>
            <a:srgbClr val="B45332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441655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distant friend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297680" y="4416552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1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city. Voice notes and rare visits still count.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85800" y="5330952"/>
            <a:ext cx="164592" cy="164592"/>
          </a:xfrm>
          <a:prstGeom prst="ellipse">
            <a:avLst/>
          </a:prstGeom>
          <a:solidFill>
            <a:srgbClr val="4F6F57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51663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friend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297680" y="516636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1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does not mean thin. Some bonds start fast and stay.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2920" y="65105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1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FRIENDSHIP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241280" y="651052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51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/  10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4533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474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5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A211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a friendship is built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2148840" cy="3977640"/>
          </a:xfrm>
          <a:prstGeom prst="roundRect">
            <a:avLst>
              <a:gd name="adj" fmla="val 3404"/>
            </a:avLst>
          </a:prstGeom>
          <a:solidFill>
            <a:srgbClr val="FFFBF6"/>
          </a:solidFill>
          <a:ln/>
        </p:spPr>
      </p:sp>
      <p:sp>
        <p:nvSpPr>
          <p:cNvPr id="7" name="Shape 5"/>
          <p:cNvSpPr/>
          <p:nvPr/>
        </p:nvSpPr>
        <p:spPr>
          <a:xfrm>
            <a:off x="1216152" y="1965960"/>
            <a:ext cx="713232" cy="713232"/>
          </a:xfrm>
          <a:prstGeom prst="ellipse">
            <a:avLst/>
          </a:prstGeom>
          <a:solidFill>
            <a:srgbClr val="2A2118"/>
          </a:solidFill>
          <a:ln/>
        </p:spPr>
      </p:sp>
      <p:sp>
        <p:nvSpPr>
          <p:cNvPr id="8" name="Text 6"/>
          <p:cNvSpPr/>
          <p:nvPr/>
        </p:nvSpPr>
        <p:spPr>
          <a:xfrm>
            <a:off x="1216152" y="2084832"/>
            <a:ext cx="713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12648" y="2880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9224" y="3429000"/>
            <a:ext cx="18470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C51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class, a kitchen, a comment that lands.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807208" y="1691640"/>
            <a:ext cx="2148840" cy="3977640"/>
          </a:xfrm>
          <a:prstGeom prst="roundRect">
            <a:avLst>
              <a:gd name="adj" fmla="val 3404"/>
            </a:avLst>
          </a:prstGeom>
          <a:solidFill>
            <a:srgbClr val="FFFBF6"/>
          </a:solidFill>
          <a:ln/>
        </p:spPr>
      </p:sp>
      <p:sp>
        <p:nvSpPr>
          <p:cNvPr id="12" name="Shape 10"/>
          <p:cNvSpPr/>
          <p:nvPr/>
        </p:nvSpPr>
        <p:spPr>
          <a:xfrm>
            <a:off x="3520440" y="1965960"/>
            <a:ext cx="713232" cy="713232"/>
          </a:xfrm>
          <a:prstGeom prst="ellipse">
            <a:avLst/>
          </a:prstGeom>
          <a:solidFill>
            <a:srgbClr val="2A2118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2084832"/>
            <a:ext cx="713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916936" y="2880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953512" y="3429000"/>
            <a:ext cx="18470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C51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says the unpolished thing first.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111496" y="1691640"/>
            <a:ext cx="2148840" cy="3977640"/>
          </a:xfrm>
          <a:prstGeom prst="roundRect">
            <a:avLst>
              <a:gd name="adj" fmla="val 3404"/>
            </a:avLst>
          </a:prstGeom>
          <a:solidFill>
            <a:srgbClr val="FFFBF6"/>
          </a:solidFill>
          <a:ln/>
        </p:spPr>
      </p:sp>
      <p:sp>
        <p:nvSpPr>
          <p:cNvPr id="17" name="Shape 15"/>
          <p:cNvSpPr/>
          <p:nvPr/>
        </p:nvSpPr>
        <p:spPr>
          <a:xfrm>
            <a:off x="5824728" y="1965960"/>
            <a:ext cx="713232" cy="713232"/>
          </a:xfrm>
          <a:prstGeom prst="ellipse">
            <a:avLst/>
          </a:prstGeom>
          <a:solidFill>
            <a:srgbClr val="2A2118"/>
          </a:solidFill>
          <a:ln/>
        </p:spPr>
      </p:sp>
      <p:sp>
        <p:nvSpPr>
          <p:cNvPr id="18" name="Text 16"/>
          <p:cNvSpPr/>
          <p:nvPr/>
        </p:nvSpPr>
        <p:spPr>
          <a:xfrm>
            <a:off x="5824728" y="2084832"/>
            <a:ext cx="713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221224" y="2880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Rhythm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257800" y="3429000"/>
            <a:ext cx="18470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C51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Walks, calls, small rituals on the calendar.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415784" y="1691640"/>
            <a:ext cx="2148840" cy="3977640"/>
          </a:xfrm>
          <a:prstGeom prst="roundRect">
            <a:avLst>
              <a:gd name="adj" fmla="val 3404"/>
            </a:avLst>
          </a:prstGeom>
          <a:solidFill>
            <a:srgbClr val="FFFBF6"/>
          </a:solidFill>
          <a:ln/>
        </p:spPr>
      </p:sp>
      <p:sp>
        <p:nvSpPr>
          <p:cNvPr id="22" name="Shape 20"/>
          <p:cNvSpPr/>
          <p:nvPr/>
        </p:nvSpPr>
        <p:spPr>
          <a:xfrm>
            <a:off x="8129016" y="1965960"/>
            <a:ext cx="713232" cy="713232"/>
          </a:xfrm>
          <a:prstGeom prst="ellipse">
            <a:avLst/>
          </a:prstGeom>
          <a:solidFill>
            <a:srgbClr val="2A2118"/>
          </a:solidFill>
          <a:ln/>
        </p:spPr>
      </p:sp>
      <p:sp>
        <p:nvSpPr>
          <p:cNvPr id="23" name="Text 21"/>
          <p:cNvSpPr/>
          <p:nvPr/>
        </p:nvSpPr>
        <p:spPr>
          <a:xfrm>
            <a:off x="8129016" y="2084832"/>
            <a:ext cx="713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525512" y="2880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562088" y="3429000"/>
            <a:ext cx="18470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C51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hard season: a fight, a move, illness.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720072" y="1691640"/>
            <a:ext cx="2148840" cy="3977640"/>
          </a:xfrm>
          <a:prstGeom prst="roundRect">
            <a:avLst>
              <a:gd name="adj" fmla="val 3404"/>
            </a:avLst>
          </a:prstGeom>
          <a:solidFill>
            <a:srgbClr val="FFFBF6"/>
          </a:solidFill>
          <a:ln/>
        </p:spPr>
      </p:sp>
      <p:sp>
        <p:nvSpPr>
          <p:cNvPr id="27" name="Shape 25"/>
          <p:cNvSpPr/>
          <p:nvPr/>
        </p:nvSpPr>
        <p:spPr>
          <a:xfrm>
            <a:off x="10433304" y="1965960"/>
            <a:ext cx="713232" cy="713232"/>
          </a:xfrm>
          <a:prstGeom prst="ellipse">
            <a:avLst/>
          </a:prstGeom>
          <a:solidFill>
            <a:srgbClr val="2A2118"/>
          </a:solidFill>
          <a:ln/>
        </p:spPr>
      </p:sp>
      <p:sp>
        <p:nvSpPr>
          <p:cNvPr id="28" name="Text 26"/>
          <p:cNvSpPr/>
          <p:nvPr/>
        </p:nvSpPr>
        <p:spPr>
          <a:xfrm>
            <a:off x="10433304" y="2084832"/>
            <a:ext cx="713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9829800" y="2880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9866376" y="3429000"/>
            <a:ext cx="18470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C51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repair. You return. That is the secret.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02920" y="65105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1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FRIENDSHIP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241280" y="651052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51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/  10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4533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474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5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A211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People who said it in fewer words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5440680" cy="2084832"/>
          </a:xfrm>
          <a:prstGeom prst="roundRect">
            <a:avLst>
              <a:gd name="adj" fmla="val 3509"/>
            </a:avLst>
          </a:prstGeom>
          <a:solidFill>
            <a:srgbClr val="FFFBF6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664208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A211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“What is a friend? A single soul dwelling in two bodies.”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96112" y="2971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Aristotle (attributed)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55080" y="1463040"/>
            <a:ext cx="5440680" cy="2084832"/>
          </a:xfrm>
          <a:prstGeom prst="roundRect">
            <a:avLst>
              <a:gd name="adj" fmla="val 3509"/>
            </a:avLst>
          </a:prstGeom>
          <a:solidFill>
            <a:srgbClr val="FFFBF6"/>
          </a:solidFill>
          <a:ln/>
        </p:spPr>
      </p:sp>
      <p:sp>
        <p:nvSpPr>
          <p:cNvPr id="10" name="Text 8"/>
          <p:cNvSpPr/>
          <p:nvPr/>
        </p:nvSpPr>
        <p:spPr>
          <a:xfrm>
            <a:off x="6611112" y="1664208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A211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“Friendship improves happiness and abates misery, by the doubling of our joy and the dividing of our grief.”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11112" y="2971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Cicero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749040"/>
            <a:ext cx="5440680" cy="2084832"/>
          </a:xfrm>
          <a:prstGeom prst="roundRect">
            <a:avLst>
              <a:gd name="adj" fmla="val 3509"/>
            </a:avLst>
          </a:prstGeom>
          <a:solidFill>
            <a:srgbClr val="FFFBF6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3950208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A211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“A friend may be waiting behind a stranger’s face.”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96112" y="5257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 Angelou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55080" y="3749040"/>
            <a:ext cx="5440680" cy="2084832"/>
          </a:xfrm>
          <a:prstGeom prst="roundRect">
            <a:avLst>
              <a:gd name="adj" fmla="val 3509"/>
            </a:avLst>
          </a:prstGeom>
          <a:solidFill>
            <a:srgbClr val="FFFBF6"/>
          </a:solidFill>
          <a:ln/>
        </p:spPr>
      </p:sp>
      <p:sp>
        <p:nvSpPr>
          <p:cNvPr id="16" name="Text 14"/>
          <p:cNvSpPr/>
          <p:nvPr/>
        </p:nvSpPr>
        <p:spPr>
          <a:xfrm>
            <a:off x="6611112" y="3950208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A211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“Friendship is born at that moment when one person says to another: What! You too?”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11112" y="5257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S. Lewis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65105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1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FRIENDSHIP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241280" y="651052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51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/  10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E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4533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474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5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A211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Four things you can do this week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1581912"/>
            <a:ext cx="658368" cy="658368"/>
          </a:xfrm>
          <a:prstGeom prst="ellipse">
            <a:avLst/>
          </a:prstGeom>
          <a:solidFill>
            <a:srgbClr val="2A2118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709928"/>
            <a:ext cx="658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54480" y="141732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 unfinished thought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54480" y="185623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1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saw this and thought of you” is a complete message.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5800" y="2724912"/>
            <a:ext cx="658368" cy="658368"/>
          </a:xfrm>
          <a:prstGeom prst="ellipse">
            <a:avLst/>
          </a:prstGeom>
          <a:solidFill>
            <a:srgbClr val="2A2118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852928"/>
            <a:ext cx="658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54480" y="256032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one better question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554480" y="299923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1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Try: “What is taking most of your mind this week?”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800" y="3867912"/>
            <a:ext cx="658368" cy="658368"/>
          </a:xfrm>
          <a:prstGeom prst="ellipse">
            <a:avLst/>
          </a:prstGeom>
          <a:solidFill>
            <a:srgbClr val="2A2118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995928"/>
            <a:ext cx="658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554480" y="370332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a small tear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54480" y="414223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1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late text. The late apology. Still better than silence.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85800" y="5010912"/>
            <a:ext cx="658368" cy="658368"/>
          </a:xfrm>
          <a:prstGeom prst="ellipse">
            <a:avLst/>
          </a:prstGeom>
          <a:solidFill>
            <a:srgbClr val="2A2118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5138928"/>
            <a:ext cx="658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554480" y="484632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one recurring hour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554480" y="528523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1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monthly call or a Sunday walk outlasts moods.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2920" y="65105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1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FRIENDSHIP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241280" y="651052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51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/  10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15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9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28600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Keep a seat empty</a:t>
            </a:r>
            <a:endParaRPr lang="en-US" sz="4400" dirty="0"/>
          </a:p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 purpose.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8CF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friendships are not collected. They are tended.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Friendship</dc:title>
  <dc:subject>A short presentation about friendship</dc:subject>
  <dc:creator>Friendship talk</dc:creator>
  <cp:lastModifiedBy>Friendship talk</cp:lastModifiedBy>
  <cp:revision>1</cp:revision>
  <dcterms:created xsi:type="dcterms:W3CDTF">2026-10-24T05:58:16Z</dcterms:created>
  <dcterms:modified xsi:type="dcterms:W3CDTF">2026-10-24T05:58:16Z</dcterms:modified>
</cp:coreProperties>
</file>